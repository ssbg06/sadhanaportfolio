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ynopsis" id="{88F8E202-F6B4-FEA7-B861-48B86CD9CD8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B84C9-1D05-1140-A495-542935C86E6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ED482-7A81-5A45-A5A6-336C33341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38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8521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5" Type="http://schemas.openxmlformats.org/officeDocument/2006/relationships/theme" Target="../theme/theme1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 /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10" Type="http://schemas.openxmlformats.org/officeDocument/2006/relationships/image" Target="../media/image15.png" /><Relationship Id="rId4" Type="http://schemas.openxmlformats.org/officeDocument/2006/relationships/image" Target="../media/image9.png" /><Relationship Id="rId9" Type="http://schemas.openxmlformats.org/officeDocument/2006/relationships/image" Target="../media/image1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3" Type="http://schemas.openxmlformats.org/officeDocument/2006/relationships/image" Target="../media/image8.pn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2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19.png" /><Relationship Id="rId4" Type="http://schemas.openxmlformats.org/officeDocument/2006/relationships/image" Target="../media/image4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AI-Powered Personalized Tax Planning &amp; Advisory System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Mini-Project Synopsis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Vidyavardhaka College of Engineering  |  Dept. of CSE (AI &amp; ML)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PROJECT GUIDE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Prof. Indu J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Assistant Professor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3703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Sadhana S B Gowda  –  4VV24CI145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Sinchana D L  –  4VV24CI155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Vinay B U  –  4VV24CI181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91440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Rupe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63040"/>
            <a:ext cx="731520" cy="731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55280" y="2468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AI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63347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Abstract: Problem &amp; Solution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Tax rules and deductions are hard to understand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Comparing tax regimes is confusing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Existing calculators only compute tax, with little personalization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1945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Intelligent web-based tax planning platform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Rule-based tax engine with regime comparison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AI/ML personalized recommendations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Tax-impact simulator and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Type of Project: Research Oriented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2432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Study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Review existing tax-planning systems and their limitations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64408" y="1280160"/>
            <a:ext cx="262432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3493008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645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93008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Build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a rule-based tax engine and explore recommendation techniques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71616" y="1280160"/>
            <a:ext cx="262432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6300216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6459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0216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Evaluate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using representative financial profiles and test cases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Research focus: accuracy, explainability, privacy and usability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Literature Survey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029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OECD: AI in Tax Administration (2025)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007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 and data analytics improve decisions and taxpayer services, with emphasis on privacy and transparency.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57200" y="2423160"/>
            <a:ext cx="5029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32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AI-Based Tax Law Assistance (2025)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437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 assistants can provide personalized tax information and decision support.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57200" y="3566160"/>
            <a:ext cx="5029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675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OECD: Tax Administration 2024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867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Reports on AI and analytics improving tax-related services and decision-making.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669280" y="1280160"/>
            <a:ext cx="3017520" cy="320040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/>
        </p:spPr>
      </p:sp>
      <p:sp>
        <p:nvSpPr>
          <p:cNvPr id="13" name="Icon circle"/>
          <p:cNvSpPr/>
          <p:nvPr/>
        </p:nvSpPr>
        <p:spPr>
          <a:xfrm>
            <a:off x="5897880" y="1508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4592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89788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RESEARCH GAP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251460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Existing systems focus on tax calculation and information. Ours unifies calculation, regime comparison, AI recommendations and simulation in one platform.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Profile Management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618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Income, deductions, investments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Automated Tax Calculation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1618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Rule-based tax engine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075688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594360" y="22128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32714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185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Regime Comparison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" y="2459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Compare liability across regimes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663440" y="2075688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9" name="Icon circle"/>
          <p:cNvSpPr/>
          <p:nvPr/>
        </p:nvSpPr>
        <p:spPr>
          <a:xfrm>
            <a:off x="4800600" y="22128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32714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2185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Recommendations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394960" y="2459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Personalized tax-saving ideas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2916936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4" name="Icon circle"/>
          <p:cNvSpPr/>
          <p:nvPr/>
        </p:nvSpPr>
        <p:spPr>
          <a:xfrm>
            <a:off x="594360" y="30540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3168396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8872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Tax-Impact Simulator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18872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Test what-if financial changes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4663440" y="2916936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4800600" y="30540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3168396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9496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Interactive Dashboard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539496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Charts and tax-saving summaries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457200" y="3758184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4" name="Icon circle"/>
          <p:cNvSpPr/>
          <p:nvPr/>
        </p:nvSpPr>
        <p:spPr>
          <a:xfrm>
            <a:off x="594360" y="38953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6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" y="4009644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188720" y="3867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Tax Guidance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188720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Verified, explainable information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4663440" y="3758184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9" name="Icon circle"/>
          <p:cNvSpPr/>
          <p:nvPr/>
        </p:nvSpPr>
        <p:spPr>
          <a:xfrm>
            <a:off x="4800600" y="38953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7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4009644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394960" y="3867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Privacy &amp; Security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5394960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Secure login, input validation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System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965960"/>
            <a:ext cx="67665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Enter Profile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54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Income, deductions, investments</a:t>
            </a:r>
            <a:endParaRPr lang="en-US" sz="1200" dirty="0"/>
          </a:p>
        </p:txBody>
      </p:sp>
      <p:sp>
        <p:nvSpPr>
          <p:cNvPr id="8" name="Icon circle"/>
          <p:cNvSpPr/>
          <p:nvPr/>
        </p:nvSpPr>
        <p:spPr>
          <a:xfrm>
            <a:off x="251460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7830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4884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Calculate Tax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148840" y="3154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Rule-based tax engine</a:t>
            </a:r>
            <a:endParaRPr lang="en-US" sz="1200" dirty="0"/>
          </a:p>
        </p:txBody>
      </p:sp>
      <p:sp>
        <p:nvSpPr>
          <p:cNvPr id="12" name="Icon circle"/>
          <p:cNvSpPr/>
          <p:nvPr/>
        </p:nvSpPr>
        <p:spPr>
          <a:xfrm>
            <a:off x="42062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783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4048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Compare Regimes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840480" y="3154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See liability under each</a:t>
            </a:r>
            <a:endParaRPr lang="en-US" sz="1200" dirty="0"/>
          </a:p>
        </p:txBody>
      </p:sp>
      <p:sp>
        <p:nvSpPr>
          <p:cNvPr id="16" name="Icon circle"/>
          <p:cNvSpPr/>
          <p:nvPr/>
        </p:nvSpPr>
        <p:spPr>
          <a:xfrm>
            <a:off x="5897880" y="16002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783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3212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Get Advice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532120" y="3154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AI/ML recommendations</a:t>
            </a:r>
            <a:endParaRPr lang="en-US" sz="1200" dirty="0"/>
          </a:p>
        </p:txBody>
      </p:sp>
      <p:sp>
        <p:nvSpPr>
          <p:cNvPr id="20" name="Icon circle"/>
          <p:cNvSpPr/>
          <p:nvPr/>
        </p:nvSpPr>
        <p:spPr>
          <a:xfrm>
            <a:off x="758952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7830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Simulate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7223760" y="3154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Test changes, view dashboard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Scope: individual taxpayers and selected scenarios. Complex cases may need professional advice.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Sustainable Development Goals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SDG 8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Decent Work &amp; Economic Growth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Promotes financial awareness and responsible decision-making by simplifying tax information.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SDG 9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Industry, Innovation &amp; Infrastructure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108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Applies AI, ML, analytics and web technology to build an innovative, accessible financial service.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Advantages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24328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640080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55905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Personalized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Advice based on your own financial profile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64408" y="1280160"/>
            <a:ext cx="2624328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3447288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88" y="15590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47288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Simplified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Automated tax estimates, less manual work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71616" y="1280160"/>
            <a:ext cx="2624328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6254496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796" y="155905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54496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Regime Clarity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Side-by-side comparison of regimes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3017520"/>
            <a:ext cx="2624328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Icon circle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29641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What-If Analysis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041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Explore decisions before making them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3264408" y="3017520"/>
            <a:ext cx="2624328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4" name="Icon circle"/>
          <p:cNvSpPr/>
          <p:nvPr/>
        </p:nvSpPr>
        <p:spPr>
          <a:xfrm>
            <a:off x="3447288" y="3182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1588" y="329641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47288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Explainable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4041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Shows reasons and assumptions used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071616" y="3017520"/>
            <a:ext cx="2624328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6254496" y="3182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796" y="329641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54496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Accessible &amp; Scalable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4041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Web-based, extensible to new scenarios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One platform that combines tax computation, regime comparison, AI recommendations and simulation.</a:t>
            </a:r>
            <a:endParaRPr lang="en-US" sz="1800" dirty="0"/>
          </a:p>
        </p:txBody>
      </p:sp>
      <p:sp>
        <p:nvSpPr>
          <p:cNvPr id="4" name="Icon circle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317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Understand estimated tax liability</a:t>
            </a:r>
            <a:endParaRPr lang="en-US" sz="1600" dirty="0"/>
          </a:p>
        </p:txBody>
      </p:sp>
      <p:sp>
        <p:nvSpPr>
          <p:cNvPr id="7" name="Icon circle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089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971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Explore personalized tax-planning opportunities</a:t>
            </a:r>
            <a:endParaRPr lang="en-US" sz="1600" dirty="0"/>
          </a:p>
        </p:txBody>
      </p:sp>
      <p:sp>
        <p:nvSpPr>
          <p:cNvPr id="10" name="Icon circle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862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Transparent, private, with clear limits on automated advice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OECD, Governing with Artificial Intelligence: The State of Play and Way Forward in Core Government Functions, 2025.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Integrated Retrieval-Augmented Generation Approach for Tax Law Assistance and Decision Support, Atlantis Press, 2025.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OECD, Tax Administration 2024: Compliance Management, 2024.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Income Tax Department, Government of India, Income Tax Rates and Tax Regime Information for Individuals.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United Nations, The 17 Sustainable Development Goals.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2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xPlanner">
  <a:themeElements>
    <a:clrScheme name="TaxPlanner">
      <a:dk1>
        <a:srgbClr val="1B2A33"/>
      </a:dk1>
      <a:lt1>
        <a:srgbClr val="FFFFFF"/>
      </a:lt1>
      <a:dk2>
        <a:srgbClr val="0B3C49"/>
      </a:dk2>
      <a:lt2>
        <a:srgbClr val="E8F3F3"/>
      </a:lt2>
      <a:accent1>
        <a:srgbClr val="0F766E"/>
      </a:accent1>
      <a:accent2>
        <a:srgbClr val="F2A541"/>
      </a:accent2>
      <a:accent3>
        <a:srgbClr val="2F6F8F"/>
      </a:accent3>
      <a:accent4>
        <a:srgbClr val="7FB7A8"/>
      </a:accent4>
      <a:accent5>
        <a:srgbClr val="C2410C"/>
      </a:accent5>
      <a:accent6>
        <a:srgbClr val="5B6B73"/>
      </a:accent6>
      <a:hlink>
        <a:srgbClr val="0F766E"/>
      </a:hlink>
      <a:folHlink>
        <a:srgbClr val="5B6B73"/>
      </a:folHlink>
    </a:clrScheme>
    <a:fontScheme name="TaxPlann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TaxPlanner</vt:lpstr>
      <vt:lpstr>AI-Powered Personalized Tax Planning &amp; Advisory System</vt:lpstr>
      <vt:lpstr>Abstract: Problem &amp; Solution</vt:lpstr>
      <vt:lpstr>Type of Project: Research Oriented</vt:lpstr>
      <vt:lpstr>Literature Survey</vt:lpstr>
      <vt:lpstr>Key Features</vt:lpstr>
      <vt:lpstr>How the System Works</vt:lpstr>
      <vt:lpstr>Sustainable Development Goals</vt:lpstr>
      <vt:lpstr>Advantages</vt:lpstr>
      <vt:lpstr>Conclusion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Personalized Tax Planning &amp; Advisory System</dc:title>
  <dc:subject>PptxGenJS Presentation</dc:subject>
  <dc:creator>PptxGenJS</dc:creator>
  <cp:lastModifiedBy>Prithvi Rathod</cp:lastModifiedBy>
  <cp:revision>2</cp:revision>
  <dcterms:created xsi:type="dcterms:W3CDTF">2026-10-13T16:51:46Z</dcterms:created>
  <dcterms:modified xsi:type="dcterms:W3CDTF">2026-10-13T16:54:34Z</dcterms:modified>
</cp:coreProperties>
</file>